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3"/>
    <p:sldId id="257" r:id="rId2"/>
  </p:sldIdLst>
</p:presentation>
</file>

<file path=ppt/_rels/presentation.xml.rels><?xml version="1.0"?><Relationships xmlns="http://schemas.openxmlformats.org/package/2006/relationships"><Relationship Id="rId2" Type="http://schemas.openxmlformats.org/officeDocument/2006/relationships/slide" Target="slides/slide2.xml"/><Relationship Id="rId3" Type="http://schemas.openxmlformats.org/officeDocument/2006/relationships/slide" Target="slides/slide1.xml"/></Relationship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s"/>
          <p:cNvSpPr/>
          <p:nvPr>
            <p:ph type="sldImg"/>
          </p:nvPr>
        </p:nvSpPr>
        <p:txBody/>
      </p:sp>
      <p:sp>
        <p:nvSpPr>
          <p:cNvPr id="1" name="s"/>
          <p:cNvSpPr/>
          <p:nvPr>
            <p:ph type="body" idx="1"/>
          </p:nvPr>
        </p:nvSpPr>
        <p:txBody>
          <a:p>
            <a:pPr/>
            <a:r>
              <a:rPr/>
              <a:t>Mention the 2026 rate review.</a:t>
            </a:r>
          </a:p>
          <a:p>
            <a:pPr/>
            <a:r>
              <a:rPr/>
              <a:t>Keep it short.</a:t>
            </a:r>
          </a:p>
        </p:txBody>
      </p:sp>
      <p:sp>
        <p:nvSpPr>
          <p:cNvPr id="1" name="s"/>
          <p:cNvSpPr/>
          <p:nvPr>
            <p:ph type="sldNum"/>
          </p:nvPr>
        </p:nvSpPr>
        <p:txBody>
          <a:p>
            <a:pPr/>
            <a:r>
              <a:rPr/>
              <a:t>2</a:t>
            </a:r>
          </a:p>
        </p:txBody>
      </p:sp>
    </p:spTree>
  </p:cSld>
</p:notes>
</file>

<file path=ppt/slides/_rels/slide2.xml.rels><?xml version="1.0"?><Relationships xmlns="http://schemas.openxmlformats.org/package/2006/relationships"><Relationship Id="rId9" Type="http://schemas.openxmlformats.org/officeDocument/2006/relationships/notesSlide" Target="../notesSlides/notesSlide4.xml"/><Relationship Id="rId7" Type="http://schemas.openxmlformats.org/officeDocument/2006/relationships/hyperlink" Target="https://gorules.io/pricing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s"/>
          <p:cNvSpPr/>
          <p:nvPr>
            <p:ph type="body" idx="1"/>
          </p:nvPr>
        </p:nvSpPr>
        <p:txBody>
          <a:p>
            <a:pPr/>
            <a:r>
              <a:rPr/>
              <a:t>Income &gt; 30k</a:t>
            </a:r>
          </a:p>
          <a:p>
            <a:pPr lvl="1"/>
            <a:r>
              <a:rPr/>
              <a:t>Verified by payslip</a:t>
            </a:r>
          </a:p>
          <a:p>
            <a:pPr/>
            <a:r>
              <a:rPr b="1"/>
              <a:t>No defaults</a:t>
            </a:r>
          </a:p>
        </p:txBody>
      </p:sp>
      <p:sp>
        <p:nvSpPr>
          <p:cNvPr id="1" name="s"/>
          <p:cNvSpPr/>
          <p:nvPr>
            <p:ph type="title"/>
          </p:nvPr>
        </p:nvSpPr>
        <p:txBody>
          <a:p>
            <a:pPr/>
            <a:r>
              <a:rPr/>
              <a:t>Eligibility &amp; scope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s"/>
          <p:cNvSpPr/>
          <p:nvPr>
            <p:ph type="title"/>
          </p:nvPr>
        </p:nvSpPr>
        <p:txBody>
          <a:p>
            <a:pPr/>
            <a:r>
              <a:rPr/>
              <a:t>Rates</a:t>
            </a:r>
          </a:p>
        </p:txBody>
      </p:sp>
      <p:graphicFrame>
        <a:graphic>
          <a:graphicData>
            <a:tbl>
              <a:tr>
                <a:tc>
                  <a:txBody>
                    <a:p>
                      <a:pPr/>
                      <a:r>
                        <a:rPr/>
                        <a:t>Grade</a:t>
                      </a:r>
                    </a:p>
                  </a:txBody>
                </a:tc>
                <a:tc>
                  <a:txBody>
                    <a:p>
                      <a:pPr/>
                      <a:r>
                        <a:rPr/>
                        <a:t>Rate</a:t>
                      </a:r>
                    </a:p>
                  </a:txBody>
                </a:tc>
              </a:tr>
              <a:tr>
                <a:tc>
                  <a:txBody>
                    <a:p>
                      <a:pPr/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p>
                      <a:pPr/>
                      <a:r>
                        <a:rPr/>
                        <a:t>3.5%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s"/>
          <p:cNvSpPr/>
          <p:nvPr/>
        </p:nvSpPr>
        <p:txBody>
          <a:p>
            <a:r>
              <a:t>Footnote with </a:t>
            </a:r>
            <a:r>
              <a:rPr>
                <a:hlinkClick r:id="rId7"/>
              </a:rPr>
              <a:t>pricing link</a:t>
            </a:r>
          </a:p>
        </p:txBody>
      </p:sp>
    </p:spTree>
  </p:cSld>
</p:sld>
</file>